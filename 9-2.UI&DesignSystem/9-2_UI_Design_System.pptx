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4c34f943a34269" /><Relationship Type="http://schemas.openxmlformats.org/officeDocument/2006/relationships/extended-properties" Target="/docProps/app.xml" Id="R05333d1012fa4346" /><Relationship Type="http://schemas.openxmlformats.org/officeDocument/2006/relationships/officeDocument" Target="/ppt/presentation.xml" Id="R4b629677fa5340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700ebf37b44d2"/>
  </p:sldMasterIdLst>
  <p:notesMasterIdLst>
    <p:notesMasterId xmlns:r="http://schemas.openxmlformats.org/officeDocument/2006/relationships" r:id="R293c070401224b9c"/>
  </p:notesMasterIdLst>
  <p:sldIdLst>
    <p:sldId xmlns:r="http://schemas.openxmlformats.org/officeDocument/2006/relationships" id="256" r:id="R3a7054fb34c24352"/>
    <p:sldId xmlns:r="http://schemas.openxmlformats.org/officeDocument/2006/relationships" id="257" r:id="Rfa3c80862bcd4e1f"/>
    <p:sldId xmlns:r="http://schemas.openxmlformats.org/officeDocument/2006/relationships" id="258" r:id="R04344a41763b40fd"/>
    <p:sldId xmlns:r="http://schemas.openxmlformats.org/officeDocument/2006/relationships" id="259" r:id="R2e8778286dc843c6"/>
    <p:sldId xmlns:r="http://schemas.openxmlformats.org/officeDocument/2006/relationships" id="260" r:id="R6c0d323c19bc4246"/>
    <p:sldId xmlns:r="http://schemas.openxmlformats.org/officeDocument/2006/relationships" id="261" r:id="R37ebd84f8d614cb0"/>
    <p:sldId xmlns:r="http://schemas.openxmlformats.org/officeDocument/2006/relationships" id="262" r:id="R52143710429d4579"/>
    <p:sldId xmlns:r="http://schemas.openxmlformats.org/officeDocument/2006/relationships" id="263" r:id="Rd03eddf3066c4ca6"/>
    <p:sldId xmlns:r="http://schemas.openxmlformats.org/officeDocument/2006/relationships" id="264" r:id="R493ce93d5b1f48c4"/>
    <p:sldId xmlns:r="http://schemas.openxmlformats.org/officeDocument/2006/relationships" id="265" r:id="Rbd5d699b28bb43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bae03f5a8a4c9c" /><Relationship Type="http://schemas.openxmlformats.org/officeDocument/2006/relationships/slideMaster" Target="/ppt/slideMasters/slideMaster1.xml" Id="R164700ebf37b44d2" /><Relationship Type="http://schemas.openxmlformats.org/officeDocument/2006/relationships/notesMaster" Target="/ppt/notesMasters/notesMaster1.xml" Id="R293c070401224b9c" /><Relationship Type="http://schemas.openxmlformats.org/officeDocument/2006/relationships/presProps" Target="/ppt/presProps.xml" Id="R9f1bca56593549a4" /><Relationship Type="http://schemas.openxmlformats.org/officeDocument/2006/relationships/tableStyles" Target="/ppt/tableStyles.xml" Id="R46c8f05d84b141a7" /><Relationship Type="http://schemas.openxmlformats.org/officeDocument/2006/relationships/slide" Target="/ppt/slides/slide1.xml" Id="R3a7054fb34c24352" /><Relationship Type="http://schemas.openxmlformats.org/officeDocument/2006/relationships/slide" Target="/ppt/slides/slide2.xml" Id="Rfa3c80862bcd4e1f" /><Relationship Type="http://schemas.openxmlformats.org/officeDocument/2006/relationships/slide" Target="/ppt/slides/slide3.xml" Id="R04344a41763b40fd" /><Relationship Type="http://schemas.openxmlformats.org/officeDocument/2006/relationships/slide" Target="/ppt/slides/slide4.xml" Id="R2e8778286dc843c6" /><Relationship Type="http://schemas.openxmlformats.org/officeDocument/2006/relationships/slide" Target="/ppt/slides/slide5.xml" Id="R6c0d323c19bc4246" /><Relationship Type="http://schemas.openxmlformats.org/officeDocument/2006/relationships/slide" Target="/ppt/slides/slide6.xml" Id="R37ebd84f8d614cb0" /><Relationship Type="http://schemas.openxmlformats.org/officeDocument/2006/relationships/slide" Target="/ppt/slides/slide7.xml" Id="R52143710429d4579" /><Relationship Type="http://schemas.openxmlformats.org/officeDocument/2006/relationships/slide" Target="/ppt/slides/slide8.xml" Id="Rd03eddf3066c4ca6" /><Relationship Type="http://schemas.openxmlformats.org/officeDocument/2006/relationships/slide" Target="/ppt/slides/slide9.xml" Id="R493ce93d5b1f48c4" /><Relationship Type="http://schemas.openxmlformats.org/officeDocument/2006/relationships/slide" Target="/ppt/slides/slide10.xml" Id="Rbd5d699b28bb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356c0c5d647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1ca6b1871a498f" /><Relationship Type="http://schemas.openxmlformats.org/officeDocument/2006/relationships/notesMaster" Target="/ppt/notesMasters/notesMaster1.xml" Id="Rb8161e6d5d1b43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df3bc2c6d64316" /><Relationship Type="http://schemas.openxmlformats.org/officeDocument/2006/relationships/notesMaster" Target="/ppt/notesMasters/notesMaster1.xml" Id="R7e7c4c3a7d8e48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df314c25140f5" /><Relationship Type="http://schemas.openxmlformats.org/officeDocument/2006/relationships/notesMaster" Target="/ppt/notesMasters/notesMaster1.xml" Id="R53f1b172826949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e2a53b64b74361" /><Relationship Type="http://schemas.openxmlformats.org/officeDocument/2006/relationships/notesMaster" Target="/ppt/notesMasters/notesMaster1.xml" Id="R715e8047a76c48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1d035b0a8e40e7" /><Relationship Type="http://schemas.openxmlformats.org/officeDocument/2006/relationships/notesMaster" Target="/ppt/notesMasters/notesMaster1.xml" Id="R7d07e342ad22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60cd53f30448a4" /><Relationship Type="http://schemas.openxmlformats.org/officeDocument/2006/relationships/notesMaster" Target="/ppt/notesMasters/notesMaster1.xml" Id="Rbfa1b1e3d1f0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06949500b4d74" /><Relationship Type="http://schemas.openxmlformats.org/officeDocument/2006/relationships/notesMaster" Target="/ppt/notesMasters/notesMaster1.xml" Id="R8a938c38aa2e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91d8d5455b43f1" /><Relationship Type="http://schemas.openxmlformats.org/officeDocument/2006/relationships/notesMaster" Target="/ppt/notesMasters/notesMaster1.xml" Id="Rc2cfd92d003f4c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5c078e73774469" /><Relationship Type="http://schemas.openxmlformats.org/officeDocument/2006/relationships/notesMaster" Target="/ppt/notesMasters/notesMaster1.xml" Id="Rbf03f5df701f4e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56b4d0a7764680" /><Relationship Type="http://schemas.openxmlformats.org/officeDocument/2006/relationships/notesMaster" Target="/ppt/notesMasters/notesMaster1.xml" Id="Rb731056c9d1c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화면 기능을 나열하기보다, UI가 확장되는 세 계약을 따라간다.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code layout — https://docs.open-metadata.org/v1.12.x/developers/architecture/code-layout</a:t>
            </a:r>
          </a:p>
          <a:p xmlns:a="http://schemas.openxmlformats.org/drawingml/2006/main">
            <a:r>
              <a:t>- Local source: openmetadata-ui/src/main/resources/ui/README.md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 두 장에서는 UI가 모델 계약을 읽는 방식을, 이후에는 Theme와 Persona가 그 계약을 어떻게 사용자 경험으로 바꾸는지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9-2.UI&amp;DesignSystem/발표자료.md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Schema-first의 핵심은 자동 화면 생성이 아니라 계약의 일관성이다. UI는 생성 타입 위에 실제 Form과 화면 규칙을 구현한다.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Generate TypeScript Types From JSON Schema — https://docs.open-metadata.org/v1.12.x/developers/contribute/build-code-and-run-tests/generate-typescript-types-from-json-schema</a:t>
            </a:r>
          </a:p>
          <a:p xmlns:a="http://schemas.openxmlformats.org/drawingml/2006/main">
            <a:r>
              <a:t>- Local source: openmetadata-ui/src/main/resources/ui/json2ts.sh</a:t>
            </a:r>
          </a:p>
          <a:p xmlns:a="http://schemas.openxmlformats.org/drawingml/2006/main">
            <a:r>
              <a:t>- Local source: openmetadata-spec/src/main/resources/json/schema/configuration/uiThemePreference.json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source_type 필드가 생겼다고 화면이 완성되는 것은 아니다. 생성 타입은 계약을 주고, UI는 사용자가 선택하고 입력할 수 있는 흐름을 구현한다.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Define the JSON Schema — https://docs.open-metadata.org/v1.12.x/developers/contribute/developing-a-new-connector/define-json-schema</a:t>
            </a:r>
          </a:p>
          <a:p xmlns:a="http://schemas.openxmlformats.org/drawingml/2006/main">
            <a:r>
              <a:t>- Local source: generate_ts.sh</a:t>
            </a:r>
          </a:p>
          <a:p xmlns:a="http://schemas.openxmlformats.org/drawingml/2006/main">
            <a:r>
              <a:t>- Local source: openmetadata-ui/src/main/resources/ui/json2ts.sh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Theme은 화면별 스타일을 일일이 바꾸지 않는다. 한 설정을 Store에 두고 세 UI 계층에 전달해 일관성을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How to Customize OpenMetadata — https://docs.open-metadata.org/v1.13.x-SNAPSHOT/how-to-guides/guide-for-data-users/theme</a:t>
            </a:r>
          </a:p>
          <a:p xmlns:a="http://schemas.openxmlformats.org/drawingml/2006/main">
            <a:r>
              <a:t>- Local source: openmetadata-ui/src/main/resources/ui/src/AppRoot.tsx</a:t>
            </a:r>
          </a:p>
          <a:p xmlns:a="http://schemas.openxmlformats.org/drawingml/2006/main">
            <a:r>
              <a:t>- Local source: openmetadata-ui/src/main/resources/ui/src/context/AntDConfigProvider/AntDConfigProvider.tsx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Primary, interaction, semantic 색을 구분하면 브랜드 변경과 접근성·상태 표현을 같은 기준으로 검토할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openmetadata-spec/src/main/resources/json/schema/configuration/themeConfiguration.json</a:t>
            </a:r>
          </a:p>
          <a:p xmlns:a="http://schemas.openxmlformats.org/drawingml/2006/main">
            <a:r>
              <a:t>- Local source: openmetadata-ui/src/main/resources/ui/src/utils/ThemeUtils.ts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Persona와 Role·Policy는 구분한다. Persona는 우선 보여줄 정보와 레이아웃을, 권한 정책은 실제 접근 가능 여부를 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How to Define Personas — https://docs.open-metadata.org/v1.12.x/how-to-guides/admin-guide/persona-landing-page-customization/defining-persona</a:t>
            </a:r>
          </a:p>
          <a:p xmlns:a="http://schemas.openxmlformats.org/drawingml/2006/main">
            <a:r>
              <a:t>- Local source: openmetadata-spec/src/main/resources/json/schema/entity/teams/persona.json</a:t>
            </a:r>
          </a:p>
          <a:p xmlns:a="http://schemas.openxmlformats.org/drawingml/2006/main">
            <a:r>
              <a:t>- Local source: openmetadata-ui/src/main/resources/ui/src/hooks/useApplicationStore.ts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구성과 widget implementation을 분리하는 지점이다. 관리자 설정은 Document에, 실제 Component 매핑은 UI 코드에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openmetadata-ui/src/main/resources/ui/src/hooks/useCustomPages.ts</a:t>
            </a:r>
          </a:p>
          <a:p xmlns:a="http://schemas.openxmlformats.org/drawingml/2006/main">
            <a:r>
              <a:t>- Local source: openmetadata-ui/src/main/resources/ui/src/rest/DocStoreAPI.ts</a:t>
            </a:r>
          </a:p>
          <a:p xmlns:a="http://schemas.openxmlformats.org/drawingml/2006/main">
            <a:r>
              <a:t>- Local source: openmetadata-ui/src/main/resources/ui/src/pages/MyDataPage/MyDataPage.component.tsx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예시는 고정된 제품 규칙이 아니라 layout을 설계하는 출발점이다. 실제 역할의 업무 흐름에 따라 widget 우선순위를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OpenMetadata Customizable Landing Page with Pluggable Panels — https://docs.open-metadata.org/v1.13.x-SNAPSHOT/how-to-guides/admin-guide/persona-landing-page-customization/customizable-landing-page</a:t>
            </a:r>
          </a:p>
          <a:p xmlns:a="http://schemas.openxmlformats.org/drawingml/2006/main">
            <a:r>
              <a:t>- Local source: openmetadata-ui/src/main/resources/ui/src/enums/CustomizablePage.enum.ts</a:t>
            </a:r>
          </a:p>
          <a:p xmlns:a="http://schemas.openxmlformats.org/drawingml/2006/main">
            <a:r>
              <a:t>- Local source: openmetadata-ui/src/main/resources/ui/src/utils/CustomizableLandingPageUtils.tsx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마지막으로, 새 기능을 넣을 때 세 질문을 던진다: 어떤 Schema가 바뀌는가, 어떤 Theme token이 필요한가, 어떤 Persona 경험에 놓일 것인가.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9-2.UI&amp;DesignSystem/발표자료.md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9dc78845d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8dd90f30f4991" /><Relationship Type="http://schemas.openxmlformats.org/officeDocument/2006/relationships/slideLayout" Target="/ppt/slideLayouts/slideLayout1.xml" Id="Ra12c796f0b74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c796f0b74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317ef79434a64" /><Relationship Type="http://schemas.openxmlformats.org/officeDocument/2006/relationships/notesSlide" Target="/ppt/notesSlides/notesSlide1.xml" Id="Rb1bcf9ea9fc8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1d184525d4cc7" /><Relationship Type="http://schemas.openxmlformats.org/officeDocument/2006/relationships/notesSlide" Target="/ppt/notesSlides/notesSlide2.xml" Id="R77d93a8e3fbd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264c65cfe407a" /><Relationship Type="http://schemas.openxmlformats.org/officeDocument/2006/relationships/notesSlide" Target="/ppt/notesSlides/notesSlide3.xml" Id="Rd10d7ad523f9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9c57b6b74b7a" /><Relationship Type="http://schemas.openxmlformats.org/officeDocument/2006/relationships/notesSlide" Target="/ppt/notesSlides/notesSlide4.xml" Id="R8bd8c74c7eb64e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0cc074124447" /><Relationship Type="http://schemas.openxmlformats.org/officeDocument/2006/relationships/notesSlide" Target="/ppt/notesSlides/notesSlide5.xml" Id="R4ae0341a99d2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97995b6cd48ae" /><Relationship Type="http://schemas.openxmlformats.org/officeDocument/2006/relationships/notesSlide" Target="/ppt/notesSlides/notesSlide6.xml" Id="R7a1c92ec89e4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7715d1314b5e" /><Relationship Type="http://schemas.openxmlformats.org/officeDocument/2006/relationships/notesSlide" Target="/ppt/notesSlides/notesSlide7.xml" Id="R9f4779dcd4d04f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1bd47031c4942" /><Relationship Type="http://schemas.openxmlformats.org/officeDocument/2006/relationships/notesSlide" Target="/ppt/notesSlides/notesSlide8.xml" Id="Rb98d6ad5ae35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693e4cc29425b" /><Relationship Type="http://schemas.openxmlformats.org/officeDocument/2006/relationships/notesSlide" Target="/ppt/notesSlides/notesSlide9.xml" Id="Re87b277d64c84e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9e4e91ed44cc8" /><Relationship Type="http://schemas.openxmlformats.org/officeDocument/2006/relationships/notesSlide" Target="/ppt/notesSlides/notesSlide10.xml" Id="Rf9ab273592c84c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220878B-BAA7-41E6-9439-7E40F77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 &amp;
디자인 시스템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D1BEEE6-0086-4B48-B851-EBC99CDE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스키마 · 테마 · Persona가
하나의 사용자 경험으로 이어지는 방식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A95F67F-E55C-4BD4-A352-6264705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OpenMetadata 스터디 · 9회-2</a:t>
            </a:r>
          </a:p>
        </p:txBody>
      </p:sp>
      <p:sp>
        <p:nvSpPr>
          <p:cNvPr id="4" name="accent-cover">
            <a:extLst xmlns:a="http://schemas.openxmlformats.org/drawingml/2006/main">
              <a:ext uri="{FF2B5EF4-FFF2-40B4-BE49-F238E27FC236}">
                <a16:creationId xmlns:a16="http://schemas.microsoft.com/office/drawing/2014/main" id="{8962BFAC-A5D9-4049-8D97-5DA591AA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01056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D7E944C-F3C0-4B49-8E64-4130CBC2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189C3B0-BAB7-4F50-88D2-8795E7B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오늘의 흐름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UI 개발 구조: 어디서 시작할까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JSON Schema → 생성 Type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Theme: 설정이 UI 전체에 전달되는 길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Persona: 역할과 화면을 연결하는 모델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Landing Page: 위젯을 조합하는 레이아웃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데모와 토론 질문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788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825C97B-9367-48F9-92A7-52A75581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484B75D-7EB2-4F50-9859-8FACD0D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UI의 출발점은 컴포넌트가 아니라 JSON Schema다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F3D0CB4-9E3C-40AF-A528-86B70049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328D5CE-E80E-49D5-8398-4E3FA1E0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586A550-ED63-4FDB-90FC-235D544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ACA9707-60B4-44ED-AA54-876D1A93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3F5FD0A-219B-478D-B4A6-00E1E62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생성 타입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11C36BA-B621-4F26-82E4-6F055AC0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41EB6D9-0CE5-405D-92F7-49F9C5A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quicktype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UI의 src/generated에
TypeScript 타입을 생성한다.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1FEE274-6507-4E81-93E4-2418F98F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원천 계약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필드명 · 형식 · 필수 여부를
openmetadata-spec에 정의한다.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B479194-63EE-4C13-9907-599C27DA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같은 이름으로 사용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Form · Store · REST 요청이
생성 타입을 공유한다.</a:t>
            </a:r>
          </a:p>
        </p:txBody>
      </p:sp>
      <p:sp>
        <p:nvSpPr>
          <p:cNvPr id="13" name="accent-schema-flow">
            <a:extLst xmlns:a="http://schemas.openxmlformats.org/drawingml/2006/main">
              <a:ext uri="{FF2B5EF4-FFF2-40B4-BE49-F238E27FC236}">
                <a16:creationId xmlns:a16="http://schemas.microsoft.com/office/drawing/2014/main" id="{96A354FE-A9D9-43FC-982C-E24A609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3056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2A19438-EA4B-4862-9B5D-09CCCD6C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41BB068-AAB2-4A3C-89E9-5EF997A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새 source_type은 타입 생성과 UI 연결을 모두 거친다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2F2E6B6-7546-4144-AA66-83B1666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Schema와 타입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연결 유형 · 인증 · 옵션을
JSON Schema에 정의한 뒤
quicktype으로 생성 타입을 갱신한다.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CE46BC8-16C9-4036-8A5A-0215561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화면과 동작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생성 타입을 Form·선택지·표시 규칙에 연결하고
API 요청과 유효성 검사를 확인한다.</a:t>
            </a:r>
          </a:p>
        </p:txBody>
      </p:sp>
      <p:sp>
        <p:nvSpPr>
          <p:cNvPr id="5" name="accent-source-type">
            <a:extLst xmlns:a="http://schemas.openxmlformats.org/drawingml/2006/main">
              <a:ext uri="{FF2B5EF4-FFF2-40B4-BE49-F238E27FC236}">
                <a16:creationId xmlns:a16="http://schemas.microsoft.com/office/drawing/2014/main" id="{B6046418-638E-4768-B242-107CBF1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4113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449B352-3AA8-494E-9089-7AE8012C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2579E93-EFA5-4EB0-939D-D998AA51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Theme은 저장된 설정을 Provider까지 전달하는 흐름이다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81651F0-7448-4FAA-9EAB-6F947F8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D76FE9D-F911-46CD-B062-11CB981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D45BF45-0728-4F8C-AC92-269B9F8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4505A3E3-68B6-4CCA-BA32-673BDDA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EA3A51D-9E6E-40D5-961A-518D7200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CustomUIThemePreference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Logo · favicon
Primary · hover · selected
semantic colors를 저장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EF243B6-A569-49E4-91CD-11313E3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A71BB29-F3A3-4F49-AE14-D1B2153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AppRoot / Zustand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시작 시 설정을 읽고
기본값을 채운 뒤
palette를 만든다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4751DB4-B1B8-4E83-A4B3-A71FD6CC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EEF74AD-4980-4212-A888-1B842CC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AntD · MUI · UI Core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CSS variables와
각 Provider에
같은 Theme를 전달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375CDDB-CCC3-4BED-AD56-F2F7B8C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Store + palette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18DA81B-F330-4D1A-BFE3-02E28BA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Settings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B48C67C-4130-4FC9-A364-264B160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 Providers</a:t>
            </a:r>
          </a:p>
        </p:txBody>
      </p:sp>
      <p:sp>
        <p:nvSpPr>
          <p:cNvPr id="16" name="accent-theme-flow">
            <a:extLst xmlns:a="http://schemas.openxmlformats.org/drawingml/2006/main">
              <a:ext uri="{FF2B5EF4-FFF2-40B4-BE49-F238E27FC236}">
                <a16:creationId xmlns:a16="http://schemas.microsoft.com/office/drawing/2014/main" id="{D728AF27-E541-4A55-BE20-368849B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4108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0852AE-6409-4B4B-A9BD-BFD8B72D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AEF9A08-B590-4C9F-AC53-57E9CE3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색상은 ‘브랜드’와 ‘상태’를 나눠 다룬다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3AEA113-C416-4E5C-9555-D9ED1C5F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Brand + interaction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primaryColor는 기본 강조색을 정한다.
hover·selected는 필요하면
palette 대신 명시값으로 고정한다.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3D4CF78-7840-4079-B0FC-16C687F8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 + landing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error·success·warning·info는
상태의 의미를 표현한다.
panelBackgroundColor는 Landing header의 기본값이다.</a:t>
            </a:r>
          </a:p>
        </p:txBody>
      </p:sp>
    </p:spTree>
    <p:extLst>
      <p:ext uri="{BB962C8B-B14F-4D97-AF65-F5344CB8AC3E}">
        <p14:creationId xmlns:p14="http://schemas.microsoft.com/office/powerpoint/2010/main" val="1173917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D2C35FD-0605-4012-A0F3-B9046165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558C278-1D71-46F2-8847-B2FCEF45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Persona는 ‘권한’이 아니라 역할에 맞는 UI의 기준점이다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D419AF-A8C4-4CE2-81B5-C5AE918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D449732-FB76-41CC-B9B8-1887B64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3DB2872-FE0E-4E5E-AD91-0C4493D3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8BF57CB-E81D-4805-9E0C-F8B5FEB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역할 모델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1F0C4DD-0DC2-4CE9-A109-FD528AA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선택 Persona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B785BD5-D2A6-4FC9-B24E-81AD6107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 구성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9883852-4A17-48AA-9B96-16DB8D1A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로그인 기준점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User.defaultPersona가
현재 UI의 selectedPersona가 된다.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91E7CDA-5D1B-4BAB-A3D9-434AA33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역할 모델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Engineer · Steward처럼
업무 관점을 엔티티로 정의한다.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18408BE-013E-4AB1-B0E7-B619751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화면 재구성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Persona별 문서를 읽어
Landing Page와 Navigation을 바꾼다.</a:t>
            </a:r>
          </a:p>
        </p:txBody>
      </p:sp>
      <p:sp>
        <p:nvSpPr>
          <p:cNvPr id="13" name="accent-persona-flow">
            <a:extLst xmlns:a="http://schemas.openxmlformats.org/drawingml/2006/main">
              <a:ext uri="{FF2B5EF4-FFF2-40B4-BE49-F238E27FC236}">
                <a16:creationId xmlns:a16="http://schemas.microsoft.com/office/drawing/2014/main" id="{C9BB0FD1-122E-4F9C-B377-6AE15794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29627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D25155A-CD7B-4D99-9FC0-80B0220C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B6D0BF6-5710-471D-AC70-E0B475C1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Landing Page는 코드에 고정된 화면이 아니라 Persona 문서다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7DDD06D-8157-4816-A471-5BF077F4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4BB761C-E3CC-4B79-A483-D2D9DD59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GET docStore/name/persona.&lt;FQN&gt;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E48F0FE-DD86-411F-AA01-75D7BA9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pages에서 LandingPage 선택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관리자 기본 layout을 읽음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없으면 기본 layout으로 fallback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72445E8-9366-45C3-85C9-D10F19BF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7D5F2A4-4CBA-4F71-871D-FA207A6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Page.layout → WidgetConfig 목록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C2FEE36-E37D-4387-8DFC-D928E72E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widget key·위치·크기 저장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getWidgetFromKey()로 렌더링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변경은 JSON Patch로 저장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142EC1F-97B2-4C68-8661-3078F7E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선택된 Persona의 FQN으로 DocStore 문서를 읽고, 그 안의 LandingPage layout을 화면으로 만든다.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accent-landing-storage">
            <a:extLst xmlns:a="http://schemas.openxmlformats.org/drawingml/2006/main">
              <a:ext uri="{FF2B5EF4-FFF2-40B4-BE49-F238E27FC236}">
                <a16:creationId xmlns:a16="http://schemas.microsoft.com/office/drawing/2014/main" id="{B37C9BEF-2079-443E-BB35-F21E449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29245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56C63F8-6A13-4B25-B416-54A80C5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C43417E-C189-4477-8E09-0612134E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같은 위젯을 역할별로 다른 우선순위로 조합한다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B3C5F40-4EA9-4466-906E-552D5FC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3B0626A-5BCD-4A56-8E2B-D1A33DC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EC7D1C0-B944-46DA-BEAD-41D3CBF6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ECA7760A-B027-46DB-ADE5-75DFF4C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5E0A034-AF59-4C59-900B-D59B92D3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운영 중심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Pipeline
My Task
Activity Feed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FEFB4DC-FE7F-4261-9DE8-A1AC54C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006DFB8-2ED1-427D-8E20-FD343E0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거버넌스 중심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My Task
Announcements
Recently Viewed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51E0E70-1507-4BAE-A193-B2AE53C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106B8BE-2D73-4AC6-BBB2-C8E5F75D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탐색 중심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Assets
Data Products
Recently Viewed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F076244A-D0BB-4560-8346-1F4A244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Steward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9F8DC69-48E6-4CE1-B05E-79E3F29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E9767CA1-9A85-445D-B6F1-1C4D563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Consumer</a:t>
            </a:r>
          </a:p>
        </p:txBody>
      </p:sp>
      <p:sp>
        <p:nvSpPr>
          <p:cNvPr id="16" name="accent-widgets">
            <a:extLst xmlns:a="http://schemas.openxmlformats.org/drawingml/2006/main">
              <a:ext uri="{FF2B5EF4-FFF2-40B4-BE49-F238E27FC236}">
                <a16:creationId xmlns:a16="http://schemas.microsoft.com/office/drawing/2014/main" id="{289B0A9F-423E-42C6-80E1-18D80638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1466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E5554C93-FE51-4E8D-896D-0D6646C2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UI는 세 계약의
결과다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4F592BE-B7A1-46EA-8324-71C28B5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 — 계약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Theme — 표현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Persona — 역할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60BBBFF-1F43-436A-95B3-CCAA49CC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오늘의 정리</a:t>
            </a:r>
          </a:p>
        </p:txBody>
      </p:sp>
      <p:sp>
        <p:nvSpPr>
          <p:cNvPr id="4" name="accent-close">
            <a:extLst xmlns:a="http://schemas.openxmlformats.org/drawingml/2006/main">
              <a:ext uri="{FF2B5EF4-FFF2-40B4-BE49-F238E27FC236}">
                <a16:creationId xmlns:a16="http://schemas.microsoft.com/office/drawing/2014/main" id="{6A23305E-68BA-4E14-B7D5-90C1AB24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960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023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2026-07-31T00:51:42.5770000Z</dcterms:created>
  <dcterms:modified xsi:type="dcterms:W3CDTF">2026-07-31T00:51:42.5770000Z</dcterms:modified>
</coreProperties>
</file>